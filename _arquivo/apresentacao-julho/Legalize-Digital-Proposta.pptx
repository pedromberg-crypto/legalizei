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DE NEGÓCIO  ·  JULHO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Legalize Digital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Contabilidade digital para quem só quer tocar a própria empresa.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mercado validado, um modelo provado e um caminho claro até um produto no mercado.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 quem competimos de verdade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concorrente não é a Contabilizei. É o jeito velho — e o dinheiro que ele custa.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64328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2140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STATUS QUO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controlam as finanças em planilha ou caderno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20% usam um sistema digital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pagam a empresa com a conta pessoal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920240"/>
            <a:ext cx="5364328" cy="2788920"/>
          </a:xfrm>
          <a:prstGeom prst="roundRect">
            <a:avLst>
              <a:gd name="adj" fmla="val 262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212140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SANGRIA (O CUSTO DO JEITO VELHO)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3048" y="260604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de imposto: multa 0,33%/dia + juros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milhão de empresas excluídas do Simples por dívida (R$ 26,7 bi)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 pago a mais por enquadramento errado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SEBRAE (Hábitos Financeiros 2026) e Receita Federal.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mercado gigante e mal explorado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9280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~16 mi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2807208"/>
            <a:ext cx="223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ativas no perfil que atendemos (de 24,2 mi no Brasil)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90824" y="160020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90824" y="189280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55416" y="2807208"/>
            <a:ext cx="223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empresas encaixam nos CNAEs que atenderemos (setor = 82%)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3008" y="189280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 mi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97600" y="2807208"/>
            <a:ext cx="223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 contabilidade no nosso perfil (de ~7,4 mi no Simples)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75191" y="160020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75191" y="189280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~290 mil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39783" y="2807208"/>
            <a:ext cx="223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empresas por mês no nosso setor (de ~417 mil totais)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líder tem ~50 mil clientes — </a:t>
            </a:r>
            <a:pPr algn="ctr" indent="0" marL="0">
              <a:buNone/>
            </a:pPr>
            <a:r>
              <a:rPr lang="en-US" sz="2000" b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cerca de 1% do mercado no nosso perfil. Não está saturado.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uma fração desse mercado já é um negócio relevante.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Mapa de Empresas (gov.br) e Receita Federal, 2025 — recorte pelos CNAEs do perfil: estimativa aproximada sobre os dados oficiais.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5650992"/>
            <a:ext cx="652241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autodeclarados (não auditados): 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Contabilizei +50 mil · Agilize +50 mil · Facilite +5 mil · Contabilivre +2 mil · Contaja ~850 · Marvee +700 — </a:t>
            </a:r>
            <a:pPr algn="ctr" indent="0" marL="0">
              <a:buNone/>
            </a:pPr>
            <a:r>
              <a:rPr lang="en-US" sz="1100" b="1" dirty="0">
                <a:solidFill>
                  <a:srgbClr val="0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somados, menos de 1,5% do mercado pagante.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vamos reinventar a roda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Atendemos exatamente os CNAEs que a Contabilizei valida há 13 anos: serviço e comércio leve no Simples.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7345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1284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já provado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3347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quem lidera o mercado há 13 anos — risco baixo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01168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4760" y="247345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010248" y="221284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60–75% das empresas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10248" y="263347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encaixam nos CNAEs que atenderemos (setor serviço + comércio = 82%)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98221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72160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Começo por BH/MG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14223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Legalize já tem força e conhecimento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3520440"/>
            <a:ext cx="5364328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4760" y="398221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248" y="372160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Nossa vitória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10248" y="414223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roda, só melhor: UX, clareza e preço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precisamos inventar. Precisamos fazer melhor.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 gente se encaixa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entrega — o que o mercado oferece hoje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384048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/ mês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entrega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Contabilizei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 – 369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escala por faturamento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· UX travada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Mensalidade fixa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 incluso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R$ 199,90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+ contador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TouchTech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Legalize (LP atual)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R$ 99,90 – 699,90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por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Esboço, sem self-service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Legalize Digital (proposto)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mercado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Digital-native, self-service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UX + preço claro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LP atual (R$ 99,90) prova a intenção — mas falta produto e uma estrutura de preço com lógica. É o que vamos construir.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que, com a gente, sai do papel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startups do setor queimou milhões montando a estrutura contábil. A Legalize já tem ela pronta.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40280"/>
            <a:ext cx="3484778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68880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anos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990088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expertise contábil consolidada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3458" y="224028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3458" y="2240280"/>
            <a:ext cx="3484778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54626" y="2468880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pronto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54626" y="2990088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responsável (CRC) e obrigações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224028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8277" y="2240280"/>
            <a:ext cx="3484778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359445" y="2468880"/>
            <a:ext cx="3082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apoio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59445" y="2990088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 operação no início das vendas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“Eles gastaram bilhões montando o que a gente já tem.”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Legalize é a sala de máquinas — é ela que nos permite ter clientes pagando no 3º mês, antes do app ficar pronto. O produto é 100% digital.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construir assim — e não comprar fora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mercado cobra para construir um produto desses em 5 meses (dados públicos, 2026)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926080"/>
                <a:gridCol w="265176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CLT própria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Nosso 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mercado (5 meses)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 – 184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R$ 190 – 330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abaixo do piso — na conversa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demanda antes de gastar?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constrói direto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— constrói direto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gate de decisão no 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do 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embora no fim + manutenção eterna (R$ 3–8 mil/mês)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na 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na 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contábil /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Teria que montar do 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Teria que montar do 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Legalize — pronta há 22 anos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Construção externa custa mais, valida menos e leva o conhecimento embora.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5212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Forja de Sistemas, Robert Half, guias salariais de tecnologia 2026.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caminho até o mercado — por fases que se destravam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" y="152704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40817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  —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na operação — aprender por dentro o que vira produto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" y="220370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848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  —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mercado — pesquisa real + intenção de pagar, sem construir nada ainda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706624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1B3C5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8803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7614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—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conjunta go/no-go — critérios definidos ANTES, lidos juntos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9264" y="355701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4381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  —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vendas reais — clientes fundadores (vagas limitadas), a operação Legalize entrega enquanto o app cresce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9264" y="42336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1148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5–6  —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sólido no ar — o cliente opera 100% no app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937760"/>
            <a:ext cx="10332720" cy="685800"/>
          </a:xfrm>
          <a:prstGeom prst="roundRect">
            <a:avLst>
              <a:gd name="adj" fmla="val 13333"/>
            </a:avLst>
          </a:prstGeom>
          <a:solidFill>
            <a:srgbClr val="1B3C5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37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Nenhuma fase começa sem a anterior provar que merece. É assim que o risco fica controlado.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primeiros 30 dias — dentro da Legalize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a semana, cada uma com entregável. É a imersão do mês 1 — e ela começa amanhã.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32257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Raio-X da operação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cliente ME é atendido hoje, ponta a ponta — mapa com tempos e responsáveis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6472" y="232257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6516472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47408" y="205740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Fronteira da automação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47408" y="246888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software resolve × o que exige o contador — mapa + ganhos rápidos internos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96849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Clientes na pele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real de 3–5 clientes acompanhada de perto — dores que viram produto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5204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6472" y="3968496"/>
            <a:ext cx="475488" cy="47548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6516472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7408" y="370332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+ critérios do gate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47408" y="4114800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produto + termômetro do mês 2 pronto + critérios de decisão acordados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30 dias você sabe exatamente o que da sua operação vira produto — e o que não vira.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Legalize Digital - Viabilidade de Negócio</dc:title>
  <dc:subject>PptxGenJS Presentation</dc:subject>
  <dc:creator>Pedro Maia Berg</dc:creator>
  <cp:lastModifiedBy>Pedro Maia Berg</cp:lastModifiedBy>
  <cp:revision>1</cp:revision>
  <dcterms:created xsi:type="dcterms:W3CDTF">2026-07-07T17:04:56Z</dcterms:created>
  <dcterms:modified xsi:type="dcterms:W3CDTF">2026-07-07T17:04:56Z</dcterms:modified>
</cp:coreProperties>
</file>